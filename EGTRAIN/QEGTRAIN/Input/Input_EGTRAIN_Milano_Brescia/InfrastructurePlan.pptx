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663F-C766-08B0-1FC8-1AC9B45FA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251387-03F3-123B-1761-40F7ADF1D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DC18E-E04D-7375-0B13-F7DCBF38F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3A12-4372-4C4E-8A67-5AC496176AB0}" type="datetimeFigureOut">
              <a:rPr lang="en-GB" smtClean="0"/>
              <a:t>12/02/2024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6D046-B6ED-2677-829F-3BD0839E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23B1E-34FD-8B2E-20B9-97010B06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0B8-9DBA-4878-A561-F27A105BB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784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740CE-5A62-5316-F93E-32C16C894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9ADA4-AC78-C041-FEF2-9834A8773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6E240-5C12-1A62-55D5-5AC6A3952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3A12-4372-4C4E-8A67-5AC496176AB0}" type="datetimeFigureOut">
              <a:rPr lang="en-GB" smtClean="0"/>
              <a:t>12/02/2024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BDC08-B001-B637-14E9-E8476D19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31547-E4E5-13D9-50B0-1CC41BB2A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0B8-9DBA-4878-A561-F27A105BB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43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52B9E-68EE-203E-6897-EE532E623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4C938-7177-CBD0-D9E9-040AFDBBA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2C46C-7355-0CE3-37E4-E2C1CF760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3A12-4372-4C4E-8A67-5AC496176AB0}" type="datetimeFigureOut">
              <a:rPr lang="en-GB" smtClean="0"/>
              <a:t>12/02/2024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01DFE-19FC-90FD-B32D-798574A84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569BD-5D77-E83E-0561-994564D7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0B8-9DBA-4878-A561-F27A105BB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128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80995-B979-589A-2137-AC381D68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A33FA-1715-0DA9-06D5-E1063EC25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91E83-A609-C46E-2C7D-48D63157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75B39-7482-0EDE-716D-8152611E0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3A12-4372-4C4E-8A67-5AC496176AB0}" type="datetimeFigureOut">
              <a:rPr lang="en-GB" smtClean="0"/>
              <a:t>12/02/2024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FDAE8-5524-3189-ADA2-71BBCD7FA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576E8-FFF9-9C01-FCD7-ED1F8E9E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0B8-9DBA-4878-A561-F27A105BB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9739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DAB34-034E-8ACD-4C2F-D331E6E18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57B82-1B11-C93C-8BD5-E97D3FCED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793D60-FE62-2D47-E6CD-E8618B662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D21689-06D5-E28C-70BF-3E02EEB429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9E758E-AA3C-227A-0FBE-1D6732477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25B7F-0C31-3021-CE1B-8F55BE5C7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3A12-4372-4C4E-8A67-5AC496176AB0}" type="datetimeFigureOut">
              <a:rPr lang="en-GB" smtClean="0"/>
              <a:t>12/02/2024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758606-1B10-9CC0-CE38-CECD78F0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0588A8-62E2-3E3B-FB58-EFE344CD8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0B8-9DBA-4878-A561-F27A105BB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431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CEAFD-5F72-4971-CD54-2743EC320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FA461-6977-EB99-3CDB-ACABCB9A7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3A12-4372-4C4E-8A67-5AC496176AB0}" type="datetimeFigureOut">
              <a:rPr lang="en-GB" smtClean="0"/>
              <a:t>12/02/2024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6DF72-FB31-8F82-6453-A38D15CA0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A9A94-A7F4-D584-5153-DFE6BCF05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0B8-9DBA-4878-A561-F27A105BB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703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08B68E-D6B0-71C5-E657-D6533FA22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3A12-4372-4C4E-8A67-5AC496176AB0}" type="datetimeFigureOut">
              <a:rPr lang="en-GB" smtClean="0"/>
              <a:t>12/02/2024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A6414E-A601-4B81-810E-FE2B2428A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16609-44AC-DE9D-3014-207A8799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0B8-9DBA-4878-A561-F27A105BB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4478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B9B0B-2A53-52F5-E862-3724E2F77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29D5E-A41F-ECE6-4ED7-2F9EC2A15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CA7ED-5148-474C-BA12-333014E94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B1DF2-456E-ACB5-8C68-5BA94C453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3A12-4372-4C4E-8A67-5AC496176AB0}" type="datetimeFigureOut">
              <a:rPr lang="en-GB" smtClean="0"/>
              <a:t>12/02/2024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AAF80-CF33-2F1E-FC23-51F1EB9D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26374-03BB-0D7A-23CB-6B9E3E87B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0B8-9DBA-4878-A561-F27A105BB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204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9402-0B7C-50B8-6B64-962B057FD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246F25-FD32-81E7-71BC-650931F2F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54B0A-4119-AAA7-37F2-F78297072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40CA4-5AA7-B47F-7CCB-FCBB85ABD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3A12-4372-4C4E-8A67-5AC496176AB0}" type="datetimeFigureOut">
              <a:rPr lang="en-GB" smtClean="0"/>
              <a:t>12/02/2024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EA6C9-BFED-73A8-85AA-96FB6689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9C723-7AEB-E373-B6A9-C4920741C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0B8-9DBA-4878-A561-F27A105BB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07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7D71-CD8A-7697-5A96-D123E0A28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CDD60-FAF5-69D4-CE51-E9661FC3D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09EAD-CD39-3F74-6C39-10C300EF6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3A12-4372-4C4E-8A67-5AC496176AB0}" type="datetimeFigureOut">
              <a:rPr lang="en-GB" smtClean="0"/>
              <a:t>12/02/2024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B35CD-B6C7-8ECC-A4DA-33EBB65E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5A69C-1A5B-FA51-F5E4-E3D41C99A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0B8-9DBA-4878-A561-F27A105BB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7828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67B37B-219E-5E55-3F06-9FA714242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50F12-CC2C-4134-D66F-6EE9FFD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0671B-3AF5-8FD5-5EA4-B5AF3D9DE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3A12-4372-4C4E-8A67-5AC496176AB0}" type="datetimeFigureOut">
              <a:rPr lang="en-GB" smtClean="0"/>
              <a:t>12/02/2024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9EFDE-A4A2-01F1-5544-3F4DC2C37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64464-A231-A9C7-48DA-658A5C921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0B8-9DBA-4878-A561-F27A105BB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45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88F99C-2FFE-FEC8-31D0-D921C4459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B5E85-D92C-9C2F-8C65-5276A39BA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0B6A8-56F1-DA83-E903-ADA3EA71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43A12-4372-4C4E-8A67-5AC496176AB0}" type="datetimeFigureOut">
              <a:rPr lang="en-GB" smtClean="0"/>
              <a:t>12/02/2024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9508C-A85D-90BF-8AE3-66F883B6F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50BE1-EA4A-9147-1ADC-7B82D03C1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DC0B8-9DBA-4878-A561-F27A105BB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94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A220C9-F344-1472-FA99-0FAFB0BF73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96" t="38763" b="31134"/>
          <a:stretch/>
        </p:blipFill>
        <p:spPr>
          <a:xfrm>
            <a:off x="-60960" y="531619"/>
            <a:ext cx="11806056" cy="21775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E7EEB9-7550-0079-CC8C-4F56989FD0B3}"/>
              </a:ext>
            </a:extLst>
          </p:cNvPr>
          <p:cNvSpPr txBox="1"/>
          <p:nvPr/>
        </p:nvSpPr>
        <p:spPr>
          <a:xfrm>
            <a:off x="502920" y="1143555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190714-5C4E-556A-D80C-8EAAE0D091D5}"/>
              </a:ext>
            </a:extLst>
          </p:cNvPr>
          <p:cNvSpPr txBox="1"/>
          <p:nvPr/>
        </p:nvSpPr>
        <p:spPr>
          <a:xfrm>
            <a:off x="965200" y="1287919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3F7963-88C0-7C12-6A4A-315323C1638B}"/>
              </a:ext>
            </a:extLst>
          </p:cNvPr>
          <p:cNvSpPr txBox="1"/>
          <p:nvPr/>
        </p:nvSpPr>
        <p:spPr>
          <a:xfrm>
            <a:off x="746760" y="1421616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CE6254-AECA-8B1F-873E-DED524260EE5}"/>
              </a:ext>
            </a:extLst>
          </p:cNvPr>
          <p:cNvSpPr txBox="1"/>
          <p:nvPr/>
        </p:nvSpPr>
        <p:spPr>
          <a:xfrm>
            <a:off x="2514600" y="1005056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E0B0E7-C60F-B76A-1908-062F8D59DB55}"/>
              </a:ext>
            </a:extLst>
          </p:cNvPr>
          <p:cNvSpPr txBox="1"/>
          <p:nvPr/>
        </p:nvSpPr>
        <p:spPr>
          <a:xfrm>
            <a:off x="111760" y="1553696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81987B-7436-5B29-D8D4-90D2234AACF9}"/>
              </a:ext>
            </a:extLst>
          </p:cNvPr>
          <p:cNvSpPr txBox="1"/>
          <p:nvPr/>
        </p:nvSpPr>
        <p:spPr>
          <a:xfrm>
            <a:off x="406400" y="1691641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1D638-AE87-BEE6-9BD4-734BAB8529AA}"/>
              </a:ext>
            </a:extLst>
          </p:cNvPr>
          <p:cNvSpPr txBox="1"/>
          <p:nvPr/>
        </p:nvSpPr>
        <p:spPr>
          <a:xfrm>
            <a:off x="558800" y="1844041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FA8F03-BF64-EB01-4D28-4A7BC9FD60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442" b="22655"/>
          <a:stretch/>
        </p:blipFill>
        <p:spPr>
          <a:xfrm>
            <a:off x="0" y="3731288"/>
            <a:ext cx="12192000" cy="23250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1B2B45-5E7E-6AA1-5F4A-35F636D5AAB9}"/>
              </a:ext>
            </a:extLst>
          </p:cNvPr>
          <p:cNvSpPr txBox="1"/>
          <p:nvPr/>
        </p:nvSpPr>
        <p:spPr>
          <a:xfrm>
            <a:off x="472440" y="4519920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D1486A-EE1A-8D5E-9150-268069355439}"/>
              </a:ext>
            </a:extLst>
          </p:cNvPr>
          <p:cNvSpPr txBox="1"/>
          <p:nvPr/>
        </p:nvSpPr>
        <p:spPr>
          <a:xfrm>
            <a:off x="1008824" y="4622022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E45267-BB55-8513-7C66-51FC9CABDBDB}"/>
              </a:ext>
            </a:extLst>
          </p:cNvPr>
          <p:cNvSpPr txBox="1"/>
          <p:nvPr/>
        </p:nvSpPr>
        <p:spPr>
          <a:xfrm>
            <a:off x="803740" y="4796919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7AC4B5-7781-3B9C-3820-7D7B0EB52EDD}"/>
              </a:ext>
            </a:extLst>
          </p:cNvPr>
          <p:cNvSpPr txBox="1"/>
          <p:nvPr/>
        </p:nvSpPr>
        <p:spPr>
          <a:xfrm>
            <a:off x="6150309" y="4242921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CDF814-E79F-023D-0A90-5E18F8A8BB98}"/>
              </a:ext>
            </a:extLst>
          </p:cNvPr>
          <p:cNvSpPr txBox="1"/>
          <p:nvPr/>
        </p:nvSpPr>
        <p:spPr>
          <a:xfrm>
            <a:off x="7519813" y="4447393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C30F64-3D8C-DC6D-B3D6-CCA4952812F3}"/>
              </a:ext>
            </a:extLst>
          </p:cNvPr>
          <p:cNvSpPr txBox="1"/>
          <p:nvPr/>
        </p:nvSpPr>
        <p:spPr>
          <a:xfrm>
            <a:off x="7964444" y="4381420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1A12D9-4F0C-FB45-C8E7-C574253044CE}"/>
              </a:ext>
            </a:extLst>
          </p:cNvPr>
          <p:cNvSpPr txBox="1"/>
          <p:nvPr/>
        </p:nvSpPr>
        <p:spPr>
          <a:xfrm>
            <a:off x="10219022" y="4447393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F7C72D-A7FB-9BDA-D608-95514CFBAE7E}"/>
              </a:ext>
            </a:extLst>
          </p:cNvPr>
          <p:cNvSpPr txBox="1"/>
          <p:nvPr/>
        </p:nvSpPr>
        <p:spPr>
          <a:xfrm>
            <a:off x="9942293" y="4345023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845B04-9533-8B35-DAE3-D93F3DE68913}"/>
              </a:ext>
            </a:extLst>
          </p:cNvPr>
          <p:cNvSpPr txBox="1"/>
          <p:nvPr/>
        </p:nvSpPr>
        <p:spPr>
          <a:xfrm>
            <a:off x="7332848" y="4974436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F05A91-BE30-4257-8490-5CCBA00B9E05}"/>
              </a:ext>
            </a:extLst>
          </p:cNvPr>
          <p:cNvSpPr txBox="1"/>
          <p:nvPr/>
        </p:nvSpPr>
        <p:spPr>
          <a:xfrm>
            <a:off x="8283986" y="4615403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CB795F-6C05-6971-6E01-644E3832A0CB}"/>
              </a:ext>
            </a:extLst>
          </p:cNvPr>
          <p:cNvSpPr txBox="1"/>
          <p:nvPr/>
        </p:nvSpPr>
        <p:spPr>
          <a:xfrm>
            <a:off x="9538800" y="4519920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A0FF5-2A6E-840A-AA28-1D5E6095D3C2}"/>
              </a:ext>
            </a:extLst>
          </p:cNvPr>
          <p:cNvSpPr txBox="1"/>
          <p:nvPr/>
        </p:nvSpPr>
        <p:spPr>
          <a:xfrm>
            <a:off x="10072254" y="4625912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F63DC5-C59A-0C38-8A05-06840B5F7321}"/>
              </a:ext>
            </a:extLst>
          </p:cNvPr>
          <p:cNvSpPr txBox="1"/>
          <p:nvPr/>
        </p:nvSpPr>
        <p:spPr>
          <a:xfrm>
            <a:off x="3780514" y="4291285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ED7F6F-39AC-F022-FE59-FB1D3E1B3CEC}"/>
              </a:ext>
            </a:extLst>
          </p:cNvPr>
          <p:cNvSpPr txBox="1"/>
          <p:nvPr/>
        </p:nvSpPr>
        <p:spPr>
          <a:xfrm>
            <a:off x="4501874" y="4568284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4BAB3A-B529-F5B5-D7B0-386E058FC327}"/>
              </a:ext>
            </a:extLst>
          </p:cNvPr>
          <p:cNvSpPr txBox="1"/>
          <p:nvPr/>
        </p:nvSpPr>
        <p:spPr>
          <a:xfrm>
            <a:off x="7924091" y="4615403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D8E3C3-02FB-2E62-B98E-75D00502E31C}"/>
              </a:ext>
            </a:extLst>
          </p:cNvPr>
          <p:cNvSpPr txBox="1"/>
          <p:nvPr/>
        </p:nvSpPr>
        <p:spPr>
          <a:xfrm>
            <a:off x="8497268" y="5039197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8EC9CB-CC86-C580-F09D-62757C294FBB}"/>
              </a:ext>
            </a:extLst>
          </p:cNvPr>
          <p:cNvSpPr txBox="1"/>
          <p:nvPr/>
        </p:nvSpPr>
        <p:spPr>
          <a:xfrm>
            <a:off x="9252985" y="5486716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785746-7DA3-11E5-E50D-947D70E08BCB}"/>
              </a:ext>
            </a:extLst>
          </p:cNvPr>
          <p:cNvSpPr txBox="1"/>
          <p:nvPr/>
        </p:nvSpPr>
        <p:spPr>
          <a:xfrm>
            <a:off x="3153107" y="4416196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B989E8-D51C-B32D-A3D3-96A84D73DFAE}"/>
              </a:ext>
            </a:extLst>
          </p:cNvPr>
          <p:cNvSpPr txBox="1"/>
          <p:nvPr/>
        </p:nvSpPr>
        <p:spPr>
          <a:xfrm>
            <a:off x="3968420" y="4604636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83BB9F-D43B-F3D5-FB78-88A37C205D2A}"/>
              </a:ext>
            </a:extLst>
          </p:cNvPr>
          <p:cNvSpPr txBox="1"/>
          <p:nvPr/>
        </p:nvSpPr>
        <p:spPr>
          <a:xfrm>
            <a:off x="4544687" y="4835936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879727-17DF-F61C-EB50-14EB23A91BE7}"/>
              </a:ext>
            </a:extLst>
          </p:cNvPr>
          <p:cNvSpPr txBox="1"/>
          <p:nvPr/>
        </p:nvSpPr>
        <p:spPr>
          <a:xfrm>
            <a:off x="8241173" y="5213751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4BC458-230F-D22E-8625-69A6B0DAB0EA}"/>
              </a:ext>
            </a:extLst>
          </p:cNvPr>
          <p:cNvSpPr txBox="1"/>
          <p:nvPr/>
        </p:nvSpPr>
        <p:spPr>
          <a:xfrm>
            <a:off x="8747079" y="5728135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9B5A47-EBED-F5BB-EC1F-CDBE0CEE2B1B}"/>
              </a:ext>
            </a:extLst>
          </p:cNvPr>
          <p:cNvSpPr txBox="1"/>
          <p:nvPr/>
        </p:nvSpPr>
        <p:spPr>
          <a:xfrm>
            <a:off x="9711574" y="5749086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966F56-6DA9-878B-2071-D4F54FBBE09E}"/>
              </a:ext>
            </a:extLst>
          </p:cNvPr>
          <p:cNvSpPr txBox="1"/>
          <p:nvPr/>
        </p:nvSpPr>
        <p:spPr>
          <a:xfrm>
            <a:off x="10752476" y="4236366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290177-A824-0233-D796-5EF73E61B4CD}"/>
              </a:ext>
            </a:extLst>
          </p:cNvPr>
          <p:cNvSpPr txBox="1"/>
          <p:nvPr/>
        </p:nvSpPr>
        <p:spPr>
          <a:xfrm>
            <a:off x="10518377" y="4351058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7FE924-DE41-B330-5655-B96F2A8A0B32}"/>
              </a:ext>
            </a:extLst>
          </p:cNvPr>
          <p:cNvSpPr txBox="1"/>
          <p:nvPr/>
        </p:nvSpPr>
        <p:spPr>
          <a:xfrm>
            <a:off x="8769755" y="4184262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4691A7-01DC-8D1C-C43E-F6A1C2EDA961}"/>
              </a:ext>
            </a:extLst>
          </p:cNvPr>
          <p:cNvSpPr txBox="1"/>
          <p:nvPr/>
        </p:nvSpPr>
        <p:spPr>
          <a:xfrm>
            <a:off x="7404100" y="1706096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78419D-7266-2755-9B21-0A860DFC5E70}"/>
              </a:ext>
            </a:extLst>
          </p:cNvPr>
          <p:cNvSpPr txBox="1"/>
          <p:nvPr/>
        </p:nvSpPr>
        <p:spPr>
          <a:xfrm>
            <a:off x="7533284" y="1830140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531F94-D57D-D88F-56D7-08AA57C85A37}"/>
              </a:ext>
            </a:extLst>
          </p:cNvPr>
          <p:cNvSpPr txBox="1"/>
          <p:nvPr/>
        </p:nvSpPr>
        <p:spPr>
          <a:xfrm>
            <a:off x="7332848" y="1975670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5BE0DEC-808D-89C2-F1AC-4E10ED2CB9D7}"/>
              </a:ext>
            </a:extLst>
          </p:cNvPr>
          <p:cNvSpPr txBox="1"/>
          <p:nvPr/>
        </p:nvSpPr>
        <p:spPr>
          <a:xfrm>
            <a:off x="809325" y="3914029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4C2405-182B-99F3-B143-0DBA94FB7E05}"/>
              </a:ext>
            </a:extLst>
          </p:cNvPr>
          <p:cNvSpPr txBox="1"/>
          <p:nvPr/>
        </p:nvSpPr>
        <p:spPr>
          <a:xfrm>
            <a:off x="1356361" y="4076056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1F9C50-F789-28A2-2FE7-EE81EA240202}"/>
              </a:ext>
            </a:extLst>
          </p:cNvPr>
          <p:cNvSpPr txBox="1"/>
          <p:nvPr/>
        </p:nvSpPr>
        <p:spPr>
          <a:xfrm>
            <a:off x="1728725" y="4203053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87B6A7-F457-E1FB-2B55-D9E3D5F32C1F}"/>
              </a:ext>
            </a:extLst>
          </p:cNvPr>
          <p:cNvSpPr txBox="1"/>
          <p:nvPr/>
        </p:nvSpPr>
        <p:spPr>
          <a:xfrm>
            <a:off x="1372897" y="4327637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875C5E-2F3D-DAD4-1146-90B3B4938C82}"/>
              </a:ext>
            </a:extLst>
          </p:cNvPr>
          <p:cNvSpPr txBox="1"/>
          <p:nvPr/>
        </p:nvSpPr>
        <p:spPr>
          <a:xfrm>
            <a:off x="11040919" y="1477720"/>
            <a:ext cx="1118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Continues below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60B9EAF-8195-9310-BADE-618009C5652C}"/>
              </a:ext>
            </a:extLst>
          </p:cNvPr>
          <p:cNvSpPr txBox="1"/>
          <p:nvPr/>
        </p:nvSpPr>
        <p:spPr>
          <a:xfrm>
            <a:off x="-86659" y="3413585"/>
            <a:ext cx="1310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Continues from above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88C85B-C833-C535-A959-4FE881259210}"/>
              </a:ext>
            </a:extLst>
          </p:cNvPr>
          <p:cNvSpPr txBox="1"/>
          <p:nvPr/>
        </p:nvSpPr>
        <p:spPr>
          <a:xfrm>
            <a:off x="88900" y="900056"/>
            <a:ext cx="65786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Segrate</a:t>
            </a:r>
            <a:endParaRPr lang="en-GB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743CF79-B21F-5C4D-B1F8-0288BFB1D6BD}"/>
              </a:ext>
            </a:extLst>
          </p:cNvPr>
          <p:cNvSpPr txBox="1"/>
          <p:nvPr/>
        </p:nvSpPr>
        <p:spPr>
          <a:xfrm>
            <a:off x="2852758" y="866556"/>
            <a:ext cx="98368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Pioltello</a:t>
            </a:r>
            <a:r>
              <a:rPr lang="en-GB" sz="1200" dirty="0"/>
              <a:t> Lim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3B9B41-208D-21C6-0BA5-FFEFD76C8E8B}"/>
              </a:ext>
            </a:extLst>
          </p:cNvPr>
          <p:cNvSpPr txBox="1"/>
          <p:nvPr/>
        </p:nvSpPr>
        <p:spPr>
          <a:xfrm>
            <a:off x="7533284" y="903603"/>
            <a:ext cx="98368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Melzo</a:t>
            </a:r>
            <a:r>
              <a:rPr lang="en-GB" sz="1200" dirty="0"/>
              <a:t> Scalo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F11302-D5A0-987D-885F-25134A9F1778}"/>
              </a:ext>
            </a:extLst>
          </p:cNvPr>
          <p:cNvSpPr txBox="1"/>
          <p:nvPr/>
        </p:nvSpPr>
        <p:spPr>
          <a:xfrm>
            <a:off x="4774205" y="900056"/>
            <a:ext cx="98368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Vignate</a:t>
            </a:r>
            <a:endParaRPr lang="en-GB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AFFD45-D066-A1EB-E645-118FDA0DECDF}"/>
              </a:ext>
            </a:extLst>
          </p:cNvPr>
          <p:cNvSpPr txBox="1"/>
          <p:nvPr/>
        </p:nvSpPr>
        <p:spPr>
          <a:xfrm>
            <a:off x="9094100" y="861968"/>
            <a:ext cx="6174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Melzo</a:t>
            </a:r>
            <a:endParaRPr lang="en-GB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8F21E6-7BAC-858E-B430-FCF1DF338C78}"/>
              </a:ext>
            </a:extLst>
          </p:cNvPr>
          <p:cNvSpPr txBox="1"/>
          <p:nvPr/>
        </p:nvSpPr>
        <p:spPr>
          <a:xfrm>
            <a:off x="10288705" y="902257"/>
            <a:ext cx="101453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Pozzuolo</a:t>
            </a:r>
            <a:r>
              <a:rPr lang="en-GB" sz="1200" dirty="0"/>
              <a:t> Martesana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45A97C-89CD-55E5-AF18-70A31F1CA319}"/>
              </a:ext>
            </a:extLst>
          </p:cNvPr>
          <p:cNvSpPr txBox="1"/>
          <p:nvPr/>
        </p:nvSpPr>
        <p:spPr>
          <a:xfrm>
            <a:off x="1560471" y="3623156"/>
            <a:ext cx="98368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Melzo</a:t>
            </a:r>
            <a:r>
              <a:rPr lang="en-GB" sz="1200" dirty="0"/>
              <a:t> Scalo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B81BDF-CA91-84F4-7425-A86947C767A8}"/>
              </a:ext>
            </a:extLst>
          </p:cNvPr>
          <p:cNvSpPr txBox="1"/>
          <p:nvPr/>
        </p:nvSpPr>
        <p:spPr>
          <a:xfrm>
            <a:off x="3121287" y="3581521"/>
            <a:ext cx="6174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Melzo</a:t>
            </a:r>
            <a:endParaRPr lang="en-GB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51B12E-38CB-BCEF-DD1C-6C8E212EDAB7}"/>
              </a:ext>
            </a:extLst>
          </p:cNvPr>
          <p:cNvSpPr txBox="1"/>
          <p:nvPr/>
        </p:nvSpPr>
        <p:spPr>
          <a:xfrm>
            <a:off x="3836442" y="3494993"/>
            <a:ext cx="101453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Pozzuolo</a:t>
            </a:r>
            <a:r>
              <a:rPr lang="en-GB" sz="1200" dirty="0"/>
              <a:t> Martesana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CD1FB8-7DAA-CD92-6941-094396E694F5}"/>
              </a:ext>
            </a:extLst>
          </p:cNvPr>
          <p:cNvSpPr txBox="1"/>
          <p:nvPr/>
        </p:nvSpPr>
        <p:spPr>
          <a:xfrm>
            <a:off x="4862554" y="3674986"/>
            <a:ext cx="73959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Trecella</a:t>
            </a:r>
            <a:endParaRPr lang="en-GB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C19440-DBBC-5B83-E289-9708A86AF69F}"/>
              </a:ext>
            </a:extLst>
          </p:cNvPr>
          <p:cNvSpPr txBox="1"/>
          <p:nvPr/>
        </p:nvSpPr>
        <p:spPr>
          <a:xfrm>
            <a:off x="6988659" y="3478568"/>
            <a:ext cx="73959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CassanoD’Adda</a:t>
            </a:r>
            <a:endParaRPr lang="en-GB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C6D75D-5168-F5E9-A370-0E6C1315717A}"/>
              </a:ext>
            </a:extLst>
          </p:cNvPr>
          <p:cNvSpPr txBox="1"/>
          <p:nvPr/>
        </p:nvSpPr>
        <p:spPr>
          <a:xfrm>
            <a:off x="8728844" y="3503833"/>
            <a:ext cx="73959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PMAdda</a:t>
            </a:r>
            <a:endParaRPr lang="en-GB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37D7CA2-B47B-4862-E11C-39C241326CE6}"/>
              </a:ext>
            </a:extLst>
          </p:cNvPr>
          <p:cNvSpPr txBox="1"/>
          <p:nvPr/>
        </p:nvSpPr>
        <p:spPr>
          <a:xfrm>
            <a:off x="6447041" y="4433824"/>
            <a:ext cx="101453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BivioCasirate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84104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0F0301-0E29-49A7-3AB6-36F7BDBB28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614" r="5833" b="18175"/>
          <a:stretch/>
        </p:blipFill>
        <p:spPr>
          <a:xfrm>
            <a:off x="-1" y="38100"/>
            <a:ext cx="12062517" cy="4914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B0B7EF-6BEE-E376-F45C-A0E52003D7CF}"/>
              </a:ext>
            </a:extLst>
          </p:cNvPr>
          <p:cNvSpPr txBox="1"/>
          <p:nvPr/>
        </p:nvSpPr>
        <p:spPr>
          <a:xfrm>
            <a:off x="3601485" y="3988116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575621-1EF9-FB3E-B8C1-8AFEA4BF3580}"/>
              </a:ext>
            </a:extLst>
          </p:cNvPr>
          <p:cNvSpPr txBox="1"/>
          <p:nvPr/>
        </p:nvSpPr>
        <p:spPr>
          <a:xfrm>
            <a:off x="3601485" y="4332058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AD5640-7514-40DF-0FFA-EEE59925D2B9}"/>
              </a:ext>
            </a:extLst>
          </p:cNvPr>
          <p:cNvSpPr txBox="1"/>
          <p:nvPr/>
        </p:nvSpPr>
        <p:spPr>
          <a:xfrm>
            <a:off x="129484" y="2357050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AF8E99-6851-46E3-E467-EEB3FD11BBA0}"/>
              </a:ext>
            </a:extLst>
          </p:cNvPr>
          <p:cNvSpPr txBox="1"/>
          <p:nvPr/>
        </p:nvSpPr>
        <p:spPr>
          <a:xfrm>
            <a:off x="640103" y="1349953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BFA86-FB9A-CBF0-5340-F74A91691652}"/>
              </a:ext>
            </a:extLst>
          </p:cNvPr>
          <p:cNvSpPr txBox="1"/>
          <p:nvPr/>
        </p:nvSpPr>
        <p:spPr>
          <a:xfrm>
            <a:off x="490164" y="2509428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58FAA-4C37-39F5-7F2B-B48D90AD4783}"/>
              </a:ext>
            </a:extLst>
          </p:cNvPr>
          <p:cNvSpPr txBox="1"/>
          <p:nvPr/>
        </p:nvSpPr>
        <p:spPr>
          <a:xfrm>
            <a:off x="1029064" y="1853501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8B9099-5DA4-47B1-1663-195BAA965ACA}"/>
              </a:ext>
            </a:extLst>
          </p:cNvPr>
          <p:cNvSpPr txBox="1"/>
          <p:nvPr/>
        </p:nvSpPr>
        <p:spPr>
          <a:xfrm>
            <a:off x="3947961" y="2585653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A50688-2A67-C6CD-EABC-A4B81F45FB7A}"/>
              </a:ext>
            </a:extLst>
          </p:cNvPr>
          <p:cNvSpPr txBox="1"/>
          <p:nvPr/>
        </p:nvSpPr>
        <p:spPr>
          <a:xfrm>
            <a:off x="3990294" y="2780386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3B9704-73F4-46CE-9042-EE6AED342C34}"/>
              </a:ext>
            </a:extLst>
          </p:cNvPr>
          <p:cNvSpPr txBox="1"/>
          <p:nvPr/>
        </p:nvSpPr>
        <p:spPr>
          <a:xfrm>
            <a:off x="7605569" y="2577183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7D5E1D-A817-7B7A-F485-8D9936ED6B11}"/>
              </a:ext>
            </a:extLst>
          </p:cNvPr>
          <p:cNvSpPr txBox="1"/>
          <p:nvPr/>
        </p:nvSpPr>
        <p:spPr>
          <a:xfrm>
            <a:off x="7647902" y="2771916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79762A-1589-D2B9-244D-C32E17C5A48C}"/>
              </a:ext>
            </a:extLst>
          </p:cNvPr>
          <p:cNvSpPr txBox="1"/>
          <p:nvPr/>
        </p:nvSpPr>
        <p:spPr>
          <a:xfrm>
            <a:off x="679810" y="2627979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33A18B-E7AA-75DE-8822-F993576FBF35}"/>
              </a:ext>
            </a:extLst>
          </p:cNvPr>
          <p:cNvSpPr txBox="1"/>
          <p:nvPr/>
        </p:nvSpPr>
        <p:spPr>
          <a:xfrm>
            <a:off x="561276" y="2780377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1239FC-465F-A7E0-BCFC-E7C4AD7EBF4F}"/>
              </a:ext>
            </a:extLst>
          </p:cNvPr>
          <p:cNvSpPr txBox="1"/>
          <p:nvPr/>
        </p:nvSpPr>
        <p:spPr>
          <a:xfrm>
            <a:off x="1265318" y="2910415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8E131D-A245-4918-8314-C581A8BFB839}"/>
              </a:ext>
            </a:extLst>
          </p:cNvPr>
          <p:cNvSpPr txBox="1"/>
          <p:nvPr/>
        </p:nvSpPr>
        <p:spPr>
          <a:xfrm>
            <a:off x="577923" y="3033205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B72DB9-7D0B-E3B9-8DE8-45868AE82D74}"/>
              </a:ext>
            </a:extLst>
          </p:cNvPr>
          <p:cNvSpPr txBox="1"/>
          <p:nvPr/>
        </p:nvSpPr>
        <p:spPr>
          <a:xfrm>
            <a:off x="2825823" y="3048914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8A5E10-E4B7-8022-8A8E-BFBFD89CD959}"/>
              </a:ext>
            </a:extLst>
          </p:cNvPr>
          <p:cNvSpPr txBox="1"/>
          <p:nvPr/>
        </p:nvSpPr>
        <p:spPr>
          <a:xfrm>
            <a:off x="3346523" y="3171704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FC6E17-BD30-E5C4-10BF-9F64B101B417}"/>
              </a:ext>
            </a:extLst>
          </p:cNvPr>
          <p:cNvSpPr txBox="1"/>
          <p:nvPr/>
        </p:nvSpPr>
        <p:spPr>
          <a:xfrm>
            <a:off x="1516527" y="3241554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8F5EFF-F1CE-1DC4-FA41-112A7B9ED517}"/>
              </a:ext>
            </a:extLst>
          </p:cNvPr>
          <p:cNvSpPr txBox="1"/>
          <p:nvPr/>
        </p:nvSpPr>
        <p:spPr>
          <a:xfrm>
            <a:off x="5162304" y="3057376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C92CB6-FCA4-E8CC-EDF0-02D1DC3E3832}"/>
              </a:ext>
            </a:extLst>
          </p:cNvPr>
          <p:cNvSpPr txBox="1"/>
          <p:nvPr/>
        </p:nvSpPr>
        <p:spPr>
          <a:xfrm>
            <a:off x="2104463" y="3310203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8A6145-5E4C-5553-1221-145E01B45C0C}"/>
              </a:ext>
            </a:extLst>
          </p:cNvPr>
          <p:cNvSpPr txBox="1"/>
          <p:nvPr/>
        </p:nvSpPr>
        <p:spPr>
          <a:xfrm>
            <a:off x="2880125" y="3559739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275CDB-4585-1E83-0CB0-0B8B6318A1EF}"/>
              </a:ext>
            </a:extLst>
          </p:cNvPr>
          <p:cNvSpPr txBox="1"/>
          <p:nvPr/>
        </p:nvSpPr>
        <p:spPr>
          <a:xfrm>
            <a:off x="9133849" y="2489479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83662D-9C3F-0222-EF2A-91A937FE644F}"/>
              </a:ext>
            </a:extLst>
          </p:cNvPr>
          <p:cNvSpPr txBox="1"/>
          <p:nvPr/>
        </p:nvSpPr>
        <p:spPr>
          <a:xfrm>
            <a:off x="8612410" y="3095782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1A10A9-6B6A-74C6-7756-9EE8BBE71F8C}"/>
              </a:ext>
            </a:extLst>
          </p:cNvPr>
          <p:cNvSpPr txBox="1"/>
          <p:nvPr/>
        </p:nvSpPr>
        <p:spPr>
          <a:xfrm>
            <a:off x="9333770" y="2771915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3D9907-BF14-6665-6327-66B89394C843}"/>
              </a:ext>
            </a:extLst>
          </p:cNvPr>
          <p:cNvSpPr txBox="1"/>
          <p:nvPr/>
        </p:nvSpPr>
        <p:spPr>
          <a:xfrm>
            <a:off x="9941228" y="2766478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AED10C-A213-549B-61F2-A8C8CF73E888}"/>
              </a:ext>
            </a:extLst>
          </p:cNvPr>
          <p:cNvSpPr txBox="1"/>
          <p:nvPr/>
        </p:nvSpPr>
        <p:spPr>
          <a:xfrm>
            <a:off x="1417718" y="2063748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AF1924-14D0-1A0A-4082-AEE4BD96A560}"/>
              </a:ext>
            </a:extLst>
          </p:cNvPr>
          <p:cNvSpPr txBox="1"/>
          <p:nvPr/>
        </p:nvSpPr>
        <p:spPr>
          <a:xfrm>
            <a:off x="1341516" y="2309284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9C2360-FF57-BEEB-21D7-95477409C59E}"/>
              </a:ext>
            </a:extLst>
          </p:cNvPr>
          <p:cNvSpPr txBox="1"/>
          <p:nvPr/>
        </p:nvSpPr>
        <p:spPr>
          <a:xfrm>
            <a:off x="1163713" y="2436285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F360B7-CD89-7A37-97C3-B434E7E471AD}"/>
              </a:ext>
            </a:extLst>
          </p:cNvPr>
          <p:cNvSpPr txBox="1"/>
          <p:nvPr/>
        </p:nvSpPr>
        <p:spPr>
          <a:xfrm>
            <a:off x="1637850" y="2563280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773172-6466-A9FB-1617-CA4B3742351D}"/>
              </a:ext>
            </a:extLst>
          </p:cNvPr>
          <p:cNvSpPr txBox="1"/>
          <p:nvPr/>
        </p:nvSpPr>
        <p:spPr>
          <a:xfrm>
            <a:off x="2884700" y="2170784"/>
            <a:ext cx="73959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Treviglio</a:t>
            </a:r>
            <a:endParaRPr lang="en-GB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04352E-0956-EB87-8E37-C17FFB863D38}"/>
              </a:ext>
            </a:extLst>
          </p:cNvPr>
          <p:cNvSpPr txBox="1"/>
          <p:nvPr/>
        </p:nvSpPr>
        <p:spPr>
          <a:xfrm>
            <a:off x="1341516" y="1349953"/>
            <a:ext cx="149342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Treviglio</a:t>
            </a:r>
            <a:r>
              <a:rPr lang="en-GB" sz="1200" dirty="0"/>
              <a:t> </a:t>
            </a:r>
            <a:r>
              <a:rPr lang="en-GB" sz="1200" dirty="0" err="1"/>
              <a:t>Ovest</a:t>
            </a:r>
            <a:endParaRPr lang="en-GB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92CAE7-5B89-DFDA-275D-8674A10B1792}"/>
              </a:ext>
            </a:extLst>
          </p:cNvPr>
          <p:cNvSpPr txBox="1"/>
          <p:nvPr/>
        </p:nvSpPr>
        <p:spPr>
          <a:xfrm>
            <a:off x="5366915" y="2380200"/>
            <a:ext cx="89355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Vidalengo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1FF81D-9316-83F5-343E-8F55DA41731E}"/>
              </a:ext>
            </a:extLst>
          </p:cNvPr>
          <p:cNvSpPr txBox="1"/>
          <p:nvPr/>
        </p:nvSpPr>
        <p:spPr>
          <a:xfrm>
            <a:off x="6181017" y="3135055"/>
            <a:ext cx="89355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Caravaggio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2720B0-00C7-0F41-767E-A34FF1DAD3D4}"/>
              </a:ext>
            </a:extLst>
          </p:cNvPr>
          <p:cNvSpPr txBox="1"/>
          <p:nvPr/>
        </p:nvSpPr>
        <p:spPr>
          <a:xfrm>
            <a:off x="6712014" y="2183432"/>
            <a:ext cx="89355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Morengo</a:t>
            </a:r>
            <a:r>
              <a:rPr lang="en-GB" sz="1200" dirty="0"/>
              <a:t> </a:t>
            </a:r>
            <a:r>
              <a:rPr lang="en-GB" sz="1200" dirty="0" err="1"/>
              <a:t>Bariano</a:t>
            </a:r>
            <a:endParaRPr lang="en-GB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FC1C78-FD8D-230E-9981-F56855AD8243}"/>
              </a:ext>
            </a:extLst>
          </p:cNvPr>
          <p:cNvSpPr txBox="1"/>
          <p:nvPr/>
        </p:nvSpPr>
        <p:spPr>
          <a:xfrm>
            <a:off x="9333770" y="3226107"/>
            <a:ext cx="89355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Romano</a:t>
            </a:r>
          </a:p>
        </p:txBody>
      </p:sp>
    </p:spTree>
    <p:extLst>
      <p:ext uri="{BB962C8B-B14F-4D97-AF65-F5344CB8AC3E}">
        <p14:creationId xmlns:p14="http://schemas.microsoft.com/office/powerpoint/2010/main" val="3276064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24CEEF-431A-859E-7F13-4D855B128E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334" b="13703"/>
          <a:stretch/>
        </p:blipFill>
        <p:spPr>
          <a:xfrm>
            <a:off x="0" y="2286000"/>
            <a:ext cx="12192000" cy="3632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E847FE-6157-6E21-EE83-8097B98B0D2F}"/>
              </a:ext>
            </a:extLst>
          </p:cNvPr>
          <p:cNvSpPr txBox="1"/>
          <p:nvPr/>
        </p:nvSpPr>
        <p:spPr>
          <a:xfrm>
            <a:off x="4219552" y="4848130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D8DEF-100B-9209-D2F4-787BB9E3BF0D}"/>
              </a:ext>
            </a:extLst>
          </p:cNvPr>
          <p:cNvSpPr txBox="1"/>
          <p:nvPr/>
        </p:nvSpPr>
        <p:spPr>
          <a:xfrm>
            <a:off x="4219552" y="5314191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3F36C1-E96C-394E-E9BA-F7AA05FFE46C}"/>
              </a:ext>
            </a:extLst>
          </p:cNvPr>
          <p:cNvSpPr txBox="1"/>
          <p:nvPr/>
        </p:nvSpPr>
        <p:spPr>
          <a:xfrm>
            <a:off x="5735320" y="2875002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5D623C-D772-82BD-F546-6653997117C5}"/>
              </a:ext>
            </a:extLst>
          </p:cNvPr>
          <p:cNvSpPr txBox="1"/>
          <p:nvPr/>
        </p:nvSpPr>
        <p:spPr>
          <a:xfrm>
            <a:off x="6022302" y="3135067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218A59-EAAB-ED5F-0471-F2B5ECBDC9F1}"/>
              </a:ext>
            </a:extLst>
          </p:cNvPr>
          <p:cNvSpPr txBox="1"/>
          <p:nvPr/>
        </p:nvSpPr>
        <p:spPr>
          <a:xfrm>
            <a:off x="6624320" y="2475869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C20F73-6443-CCEA-A3DF-782EF5B1C7A9}"/>
              </a:ext>
            </a:extLst>
          </p:cNvPr>
          <p:cNvSpPr txBox="1"/>
          <p:nvPr/>
        </p:nvSpPr>
        <p:spPr>
          <a:xfrm>
            <a:off x="8238913" y="2719568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2252C7-D21F-E1AA-47FE-2ECF03F78CBA}"/>
              </a:ext>
            </a:extLst>
          </p:cNvPr>
          <p:cNvSpPr txBox="1"/>
          <p:nvPr/>
        </p:nvSpPr>
        <p:spPr>
          <a:xfrm>
            <a:off x="8509846" y="3290500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2A3E1D-46F7-A060-32E6-7CCC9A874597}"/>
              </a:ext>
            </a:extLst>
          </p:cNvPr>
          <p:cNvSpPr txBox="1"/>
          <p:nvPr/>
        </p:nvSpPr>
        <p:spPr>
          <a:xfrm>
            <a:off x="8627532" y="3505201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9D463-DB9B-78F9-60CD-21B56E629E07}"/>
              </a:ext>
            </a:extLst>
          </p:cNvPr>
          <p:cNvSpPr txBox="1"/>
          <p:nvPr/>
        </p:nvSpPr>
        <p:spPr>
          <a:xfrm>
            <a:off x="8779932" y="3708401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B30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A39C51-0BD7-B6E6-CE94-30DAA877BF56}"/>
              </a:ext>
            </a:extLst>
          </p:cNvPr>
          <p:cNvSpPr txBox="1"/>
          <p:nvPr/>
        </p:nvSpPr>
        <p:spPr>
          <a:xfrm>
            <a:off x="8889997" y="3894669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B31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7A7EBB-0F6D-9228-17C3-E513446E3DCD}"/>
              </a:ext>
            </a:extLst>
          </p:cNvPr>
          <p:cNvSpPr txBox="1"/>
          <p:nvPr/>
        </p:nvSpPr>
        <p:spPr>
          <a:xfrm>
            <a:off x="8898463" y="4080937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C96BDA-594A-1744-516D-CCDECD7ECCEA}"/>
              </a:ext>
            </a:extLst>
          </p:cNvPr>
          <p:cNvSpPr txBox="1"/>
          <p:nvPr/>
        </p:nvSpPr>
        <p:spPr>
          <a:xfrm>
            <a:off x="8940796" y="4267205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B33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7C146E-FA9E-290B-2C3F-9A7E0DC319EA}"/>
              </a:ext>
            </a:extLst>
          </p:cNvPr>
          <p:cNvSpPr txBox="1"/>
          <p:nvPr/>
        </p:nvSpPr>
        <p:spPr>
          <a:xfrm>
            <a:off x="9008528" y="4453473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B34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9277E6-44C3-0582-75AF-7740682CAC6E}"/>
              </a:ext>
            </a:extLst>
          </p:cNvPr>
          <p:cNvSpPr txBox="1"/>
          <p:nvPr/>
        </p:nvSpPr>
        <p:spPr>
          <a:xfrm>
            <a:off x="387477" y="3617670"/>
            <a:ext cx="89355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Calcio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83BD0C-7B41-7330-A599-59DCE109F0A8}"/>
              </a:ext>
            </a:extLst>
          </p:cNvPr>
          <p:cNvSpPr txBox="1"/>
          <p:nvPr/>
        </p:nvSpPr>
        <p:spPr>
          <a:xfrm>
            <a:off x="3537750" y="3617670"/>
            <a:ext cx="89355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Chiari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3E04BB-35B7-DAFC-CA67-757F83B0B98A}"/>
              </a:ext>
            </a:extLst>
          </p:cNvPr>
          <p:cNvSpPr txBox="1"/>
          <p:nvPr/>
        </p:nvSpPr>
        <p:spPr>
          <a:xfrm>
            <a:off x="4940912" y="2202077"/>
            <a:ext cx="89355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Coccaglio</a:t>
            </a:r>
            <a:endParaRPr lang="en-GB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45411E-754B-9943-49B8-63DAD818339E}"/>
              </a:ext>
            </a:extLst>
          </p:cNvPr>
          <p:cNvSpPr txBox="1"/>
          <p:nvPr/>
        </p:nvSpPr>
        <p:spPr>
          <a:xfrm>
            <a:off x="8988212" y="2379196"/>
            <a:ext cx="89355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Rovato</a:t>
            </a:r>
            <a:endParaRPr lang="en-GB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CBBB3A-B604-74FF-14D5-CFB064843547}"/>
              </a:ext>
            </a:extLst>
          </p:cNvPr>
          <p:cNvSpPr txBox="1"/>
          <p:nvPr/>
        </p:nvSpPr>
        <p:spPr>
          <a:xfrm>
            <a:off x="8766427" y="5745607"/>
            <a:ext cx="127961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PM Brescia </a:t>
            </a:r>
            <a:r>
              <a:rPr lang="en-GB" sz="1200" dirty="0" err="1"/>
              <a:t>Ovest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191803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FB2644-C862-8254-C8F6-40D7CEA8C0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333" r="2344" b="19166"/>
          <a:stretch/>
        </p:blipFill>
        <p:spPr>
          <a:xfrm>
            <a:off x="-1" y="2628900"/>
            <a:ext cx="12061887" cy="2952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58D724-6E73-A19D-6800-53B390A17DCB}"/>
              </a:ext>
            </a:extLst>
          </p:cNvPr>
          <p:cNvSpPr txBox="1"/>
          <p:nvPr/>
        </p:nvSpPr>
        <p:spPr>
          <a:xfrm>
            <a:off x="2448422" y="2837932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5A6F5-1221-1222-8FDE-88A5A949F225}"/>
              </a:ext>
            </a:extLst>
          </p:cNvPr>
          <p:cNvSpPr txBox="1"/>
          <p:nvPr/>
        </p:nvSpPr>
        <p:spPr>
          <a:xfrm>
            <a:off x="2537693" y="3097997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1CF5EC-00BD-D5D2-B616-6C7EFA9BC515}"/>
              </a:ext>
            </a:extLst>
          </p:cNvPr>
          <p:cNvSpPr txBox="1"/>
          <p:nvPr/>
        </p:nvSpPr>
        <p:spPr>
          <a:xfrm>
            <a:off x="4219552" y="4848130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A41F39-8BCC-2DC7-8274-31CE5B68AE59}"/>
              </a:ext>
            </a:extLst>
          </p:cNvPr>
          <p:cNvSpPr txBox="1"/>
          <p:nvPr/>
        </p:nvSpPr>
        <p:spPr>
          <a:xfrm>
            <a:off x="4219552" y="5314191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F2F90-65F9-CE69-FC56-A5E936586698}"/>
              </a:ext>
            </a:extLst>
          </p:cNvPr>
          <p:cNvSpPr txBox="1"/>
          <p:nvPr/>
        </p:nvSpPr>
        <p:spPr>
          <a:xfrm>
            <a:off x="4429622" y="2490400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86CEC0-8DA8-8BC0-5D9E-B48540CD9656}"/>
              </a:ext>
            </a:extLst>
          </p:cNvPr>
          <p:cNvSpPr txBox="1"/>
          <p:nvPr/>
        </p:nvSpPr>
        <p:spPr>
          <a:xfrm>
            <a:off x="4277221" y="2727470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D74EA4-DD77-4EAB-E985-E56C0BD34A25}"/>
              </a:ext>
            </a:extLst>
          </p:cNvPr>
          <p:cNvSpPr txBox="1"/>
          <p:nvPr/>
        </p:nvSpPr>
        <p:spPr>
          <a:xfrm>
            <a:off x="7054286" y="3290500"/>
            <a:ext cx="721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B37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DD762E-8B87-3A32-4162-B147BEDCA1D0}"/>
              </a:ext>
            </a:extLst>
          </p:cNvPr>
          <p:cNvSpPr txBox="1"/>
          <p:nvPr/>
        </p:nvSpPr>
        <p:spPr>
          <a:xfrm>
            <a:off x="5696413" y="2560933"/>
            <a:ext cx="127961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OspitalettoT</a:t>
            </a:r>
            <a:r>
              <a:rPr lang="en-GB" sz="12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6789B-525E-4055-82A8-01141DA49CCD}"/>
              </a:ext>
            </a:extLst>
          </p:cNvPr>
          <p:cNvSpPr txBox="1"/>
          <p:nvPr/>
        </p:nvSpPr>
        <p:spPr>
          <a:xfrm>
            <a:off x="4067883" y="2270030"/>
            <a:ext cx="127961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OspitalettoT.A</a:t>
            </a:r>
            <a:endParaRPr lang="en-GB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28FA5F-42D6-27F6-4DCD-CEC6C1886A79}"/>
              </a:ext>
            </a:extLst>
          </p:cNvPr>
          <p:cNvSpPr txBox="1"/>
          <p:nvPr/>
        </p:nvSpPr>
        <p:spPr>
          <a:xfrm>
            <a:off x="6496032" y="3649370"/>
            <a:ext cx="127961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OspitalettoT.B37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510C85-90E2-C69A-2AD7-2BC13D76BBFF}"/>
              </a:ext>
            </a:extLst>
          </p:cNvPr>
          <p:cNvSpPr txBox="1"/>
          <p:nvPr/>
        </p:nvSpPr>
        <p:spPr>
          <a:xfrm>
            <a:off x="10912386" y="2628899"/>
            <a:ext cx="127961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 err="1"/>
              <a:t>Bivio</a:t>
            </a:r>
            <a:r>
              <a:rPr lang="en-GB" sz="1200" dirty="0"/>
              <a:t> </a:t>
            </a:r>
            <a:r>
              <a:rPr lang="en-GB" sz="1200" dirty="0" err="1"/>
              <a:t>Roncadelle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748509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1333</TotalTime>
  <Words>136</Words>
  <Application>Microsoft Office PowerPoint</Application>
  <PresentationFormat>Widescreen</PresentationFormat>
  <Paragraphs>118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TU Delft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Egidio Quaglietta</dc:creator>
  <cp:lastModifiedBy>Egidio Quaglietta</cp:lastModifiedBy>
  <cp:revision>17</cp:revision>
  <dcterms:created xsi:type="dcterms:W3CDTF">2024-01-17T11:14:02Z</dcterms:created>
  <dcterms:modified xsi:type="dcterms:W3CDTF">2024-02-12T13:32:44Z</dcterms:modified>
</cp:coreProperties>
</file>